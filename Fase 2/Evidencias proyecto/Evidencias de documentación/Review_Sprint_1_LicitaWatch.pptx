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1720"/>
            <a:ext cx="9144000" cy="2743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Sprint 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"LICITAWATCH — PLATAFORMA PRIVADA DE GESTIÓN DE LICITACIONES"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01/09/2026 – 12/09/2026  ·  9 días hábiles  ·  64 horas  ·  4 historias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 Integrantes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 Objetivos del Sprint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 Sprint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 Próximo Sprint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Integrantes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80160" y="1737360"/>
            <a:ext cx="1005840" cy="1005840"/>
          </a:xfrm>
          <a:prstGeom prst="ellipse">
            <a:avLst/>
          </a:prstGeom>
          <a:solidFill>
            <a:srgbClr val="F2E3C6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7373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Pablo Baez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69080" y="1737360"/>
            <a:ext cx="1005840" cy="1005840"/>
          </a:xfrm>
          <a:prstGeom prst="ellipse">
            <a:avLst/>
          </a:prstGeom>
          <a:solidFill>
            <a:srgbClr val="F2E3C6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17373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Daniel Roman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0" y="1737360"/>
            <a:ext cx="1005840" cy="1005840"/>
          </a:xfrm>
          <a:prstGeom prst="ellipse">
            <a:avLst/>
          </a:prstGeom>
          <a:solidFill>
            <a:srgbClr val="F2E3C6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7373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0936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Gonzalo Palacios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del Sprint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810512"/>
            <a:ext cx="128016" cy="128016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91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 Registro Pyme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85800" y="2313432"/>
            <a:ext cx="128016" cy="128016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 Inicio de sesión Pyme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85800" y="2816352"/>
            <a:ext cx="128016" cy="128016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697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 Registro Licitador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85800" y="3319272"/>
            <a:ext cx="128016" cy="128016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200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 Inicio de sesión Licitador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Registro Pyme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886200" cy="30175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429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implementó el formulario de registro para el perfil Pyme, que guarda la cuenta de acceso y el perfil de la empresa en una sola operación.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78308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solicitan razón social, RUT, nombre y correo de contacto, teléfono y contraseña.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Rubro, región, ciudad y tamaño de empresa se eligen desde listas desplegables (catálogos).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valida el formato del RUT y que el correo no esté ya registrado.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Inicio de sesión Pyme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886200" cy="30175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429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desarrolló el inicio de sesión para el perfil Pyme, validando credenciales mediante autenticación JWT.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78308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Pyme ingresa su correo y contraseña para acceder a la plataforma.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implementó la recuperación de contraseña mediante correo electrónico.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 validar las credenciales, se genera un token de acceso (JWT).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Registro Licitador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886200" cy="30175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429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implementó el formulario de registro para el perfil Licitador, con validaciones equivalentes a las del perfil Pyme, adaptadas a una empresa licitadora.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78308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solicitan razón social, RUT, nombre y correo de contacto, teléfono, rubro, región y ciudad.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valida que el RUT no esté registrado previamente.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Licitador queda habilitado para publicar licitaciones sin costo.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Inicio de sesión Licitador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886200" cy="30175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429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desarrolló el inicio de sesión para el perfil Licitador, reutilizando la misma lógica de autenticación validada para la Pyme.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78308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Licitador ingresa con su correo y contraseña.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aplican los mismos mecanismos de seguridad (JWT y control de acceso por rol) que en el resto de la plataforma.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Incluye recuperación de contraseña.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502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 Sprint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2880360" y="1783080"/>
            <a:ext cx="1554480" cy="2377440"/>
          </a:xfrm>
          <a:prstGeom prst="rect">
            <a:avLst/>
          </a:prstGeom>
          <a:solidFill>
            <a:srgbClr val="C88A3D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71800" y="196596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Publicación de licitaciones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783080"/>
            <a:ext cx="1554480" cy="2377440"/>
          </a:xfrm>
          <a:prstGeom prst="rect">
            <a:avLst/>
          </a:prstGeom>
          <a:solidFill>
            <a:srgbClr val="C88A3D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96596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Búsqueda y filtrado de licitaciones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MUCHAS GRACIAS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931920" y="2880360"/>
            <a:ext cx="1280160" cy="27432"/>
          </a:xfrm>
          <a:prstGeom prst="rect">
            <a:avLst/>
          </a:prstGeom>
          <a:solidFill>
            <a:srgbClr val="D4A24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2026-10-08T15:46:05Z</dcterms:created>
  <dcterms:modified xsi:type="dcterms:W3CDTF">2026-10-08T15:46:05Z</dcterms:modified>
</cp:coreProperties>
</file>