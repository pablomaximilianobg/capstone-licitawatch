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2743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Sprint 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"LICITAWATCH — PLATAFORMA PRIVADA DE GESTIÓN DE LICITACIONES"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3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14/09/2026 – 26/09/2026  ·  10 días hábiles  ·  80 horas  ·  2 historias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Integrantes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Objetivos del Sprint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Sprint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Próximo Sprint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8016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Pablo Baez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6908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Daniel Roman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1005840" cy="1005840"/>
          </a:xfrm>
          <a:prstGeom prst="ellipse">
            <a:avLst/>
          </a:prstGeom>
          <a:solidFill>
            <a:srgbClr val="F2E3C6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7373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Gonzalo Palacios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del Sprint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Publicación de licitaciones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313432"/>
            <a:ext cx="128016" cy="128016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Búsqueda y filtrado de licitaciones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Publicación de licitaciones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implementó la publicación de licitaciones por parte del Licitador, permitiendo administrar el ciclo de vida completo de una licitación. Publicar no tiene costo.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Licitador ingresa título, descripción, rubro, región, presupuesto y fecha de cierre.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 editar una licitación mientras esté vigente.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 cerrar manualmente una licitación antes de la fecha límite.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SPRINT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Búsqueda y filtrado de licitaciones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86200" cy="30175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429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desarrolló la búsqueda y el filtrado de licitaciones publicadas, permitiendo que la Pyme encuentre oportunidades relevantes para su rubro.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puede filtrar por rubro y monto estimado; la búsqueda no tiene límite de uso en ningún plan.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muestra un mensaje cuando no hay resultados para los filtros aplicados.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maneja el caso de error de conexión al servicio.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LicitaWatch — Review Sprint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 Sprint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8803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718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Postulación a licitaciones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783080"/>
            <a:ext cx="1554480" cy="2377440"/>
          </a:xfrm>
          <a:prstGeom prst="rect">
            <a:avLst/>
          </a:prstGeom>
          <a:solidFill>
            <a:srgbClr val="C88A3D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965960"/>
            <a:ext cx="1371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Revisión y selección de postulaciones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MUCHAS GRACIAS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931920" y="2880360"/>
            <a:ext cx="1280160" cy="27432"/>
          </a:xfrm>
          <a:prstGeom prst="rect">
            <a:avLst/>
          </a:prstGeom>
          <a:solidFill>
            <a:srgbClr val="D4A2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2026-10-08T15:46:05Z</dcterms:created>
  <dcterms:modified xsi:type="dcterms:W3CDTF">2026-10-08T15:46:05Z</dcterms:modified>
</cp:coreProperties>
</file>