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2743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Sprint 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"LICITAWATCH — PLATAFORMA PRIVADA DE GESTIÓN DE LICITACIONES"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28/09/2026 – 09/10/2026  ·  10 días hábiles  ·  80 horas  ·  2 historias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 Integrantes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 Objetivos del Sprint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 Sprint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 Próximo Sprint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Pablo Baez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6908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Daniel Roman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Gonzalo Palacios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del Sprint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Postulación a licitaciones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231343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Revisión y selección de postulaciones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Postulación a licitaciones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implementó la postulación de la Pyme a una licitación publicada, validando que la licitación esté vigente y controlando el límite mensual de postulaciones de su plan.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Pyme postula desde el detalle de la licitación.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 permite postular a licitaciones cerradas.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controla el límite mensual de postulaciones: 3 en el plan Estándar y 7 en Premium.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Revisión y selección de postulaciones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desarrolló la revisión y selección de postulaciones por parte del Licitador, cerrando el ciclo completo de postulación.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Licitador visualiza el listado de Pymes postulantes, con estado Pendiente, Aprobada o Rechazada.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Puede seleccionar a la Pyme que ejecutará el servicio licitado, adjudicando la licitación.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notifica a la Pyme al ser seleccionada.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02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 Sprint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9659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Seguimiento de postulaciones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947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Habilitación e inicio de sesión Administrador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Panel de Administrador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MUCHAS GRACIAS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931920" y="2880360"/>
            <a:ext cx="1280160" cy="27432"/>
          </a:xfrm>
          <a:prstGeom prst="rect">
            <a:avLst/>
          </a:prstGeom>
          <a:solidFill>
            <a:srgbClr val="D4A24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2026-10-08T15:46:05Z</dcterms:created>
  <dcterms:modified xsi:type="dcterms:W3CDTF">2026-10-08T15:46:05Z</dcterms:modified>
</cp:coreProperties>
</file>