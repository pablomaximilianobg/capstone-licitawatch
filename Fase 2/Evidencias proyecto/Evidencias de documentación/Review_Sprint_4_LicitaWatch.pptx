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2743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Sprint 4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"LICITAWATCH — PLATAFORMA PRIVADA DE GESTIÓN DE LICITACIONES"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13/10/2026 – 23/10/2026  ·  9 días hábiles  ·  112 horas  ·  3 historias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 Integrantes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 Objetivos del Sprint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 Sprint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 Próximo Sprint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Pablo Baez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6908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Daniel Roman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Gonzalo Palacios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del Sprint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Seguimiento de postulaciones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231343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Habilitación e inicio de sesión Administrador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85800" y="281635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Panel de Administrador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Seguimiento de postulaciones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implementó el seguimiento del estado de las postulaciones para la Pyme, permitiendo dar trazabilidad a cada proceso.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Pyme visualiza el estado de cada postulación: Pendiente, Aprobada o Rechazada.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informa cuando no hay postulaciones registradas.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Habilitación e inicio de sesión Administrador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desarrolló la habilitación de la cuenta del Administrador y su inicio de sesión, siguiendo el mismo estándar de seguridad del resto de la plataforma.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cuenta del Administrador se habilita manualmente por el equipo de desarrollo.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Administrador inicia sesión con sus credenciales asignadas.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de Administrador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implementó el panel de administración general de la plataforma, con visibilidad sobre usuarios, licitaciones y ventas.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Administrador visualiza el listado de usuarios registrados.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Puede moderar una licitación reportada, quedando registrado quién ejecutó la acción.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Puede revisar el registro de ventas y suscripciones.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 Sprint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9659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Suscripción y pago en línea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947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Documentos adjuntos en licitaciones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Detalle de plan y suscripción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MUCHAS GRACIAS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931920" y="2880360"/>
            <a:ext cx="1280160" cy="27432"/>
          </a:xfrm>
          <a:prstGeom prst="rect">
            <a:avLst/>
          </a:prstGeom>
          <a:solidFill>
            <a:srgbClr val="D4A24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2026-10-08T15:46:05Z</dcterms:created>
  <dcterms:modified xsi:type="dcterms:W3CDTF">2026-10-08T15:46:05Z</dcterms:modified>
</cp:coreProperties>
</file>