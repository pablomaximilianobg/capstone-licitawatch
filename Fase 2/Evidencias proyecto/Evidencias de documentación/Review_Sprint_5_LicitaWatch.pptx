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Sprint 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"LICITAWATCH — PLATAFORMA PRIVADA DE GESTIÓN DE LICITACIONES"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26/10/2026 – 06/11/2026  ·  10 días hábiles  ·  104 horas  ·  3 historias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Integrantes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Objetivos del Sprint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Próximo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Pablo Baez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Roman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Gonzalo Palacios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Suscripción y pago en línea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Documentos adjuntos en licitaciones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Detalle de plan y suscripción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Suscripción y pago en línea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la suscripción al plan Premium y su pago en línea, integrando una pasarela de pago externa en un ambiente de pruebas. El plan Estándar es gratuito.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Pyme elige entre Estándar (gratis, 3 postulaciones al mes) y Premium (de pago, 7 postulaciones y LicitAsist).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gestionan los casos de pago exitoso y de pago rechazado.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confirmarse el pago, el plan Premium se activa automáticamente.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Documentos adjuntos en licitaciones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la carga de documentos y bases por parte del Licitador, para que las Pymes tengan toda la información necesaria al preparar su postulación.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Licitador adjunta un documento al crear o editar una licitación y queda asociado a ella.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sistema rechaza los archivos con un formato no permitido.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sistema rechaza los archivos que superan el tamaño máximo.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Detalle de plan y suscripción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la consulta del plan contratado por la Pyme desde su perfil.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Pyme visualiza su plan actual (Estándar o Premium).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ver las características incluidas en su plan.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consultar la vigencia y el estado de su suscripción.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Sprint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LicitAsist (IA)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Notificaciones automáticas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 entre Licitador y Pyme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Edición de perfil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GRACIAS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880360"/>
            <a:ext cx="1280160" cy="27432"/>
          </a:xfrm>
          <a:prstGeom prst="rect">
            <a:avLst/>
          </a:prstGeom>
          <a:solidFill>
            <a:srgbClr val="D4A2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2026-10-08T15:46:05Z</dcterms:created>
  <dcterms:modified xsi:type="dcterms:W3CDTF">2026-10-08T15:46:05Z</dcterms:modified>
</cp:coreProperties>
</file>