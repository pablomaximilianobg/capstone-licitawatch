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09/11/2026 – 20/11/2026  ·  10 días hábiles  ·  160 horas  ·  4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LicitAsist (IA)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Notificaciones automáticas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Chat entre Licitador y Pyme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Edición de perfil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LicitAsist (IA)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integró LicitAsist, el asistente conversacional basado en inteligencia artificial mediante la API de Groq, incluido en el plan Premium.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Premium puede consultar a LicitAsist sobre licitaciones disponibles.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asistente responde con información basada en datos reales de la plataforma.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maneja el caso de límite de uso gratuito alcanzado.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Notificaciones automáticas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el sistema de notificaciones automáticas, informando a los usuarios sobre eventos relevantes de la plataforma.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notifica cuando se publica una nueva licitación relevante.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notifica cuando se recibe una nueva postulación.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notifica al confirmarse un pago.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entre Licitador y Pyme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el chat privado entre el Licitador y la Pyme, como un microservicio nuevo con su propia base de datos.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conversación se abre automáticamente cuando el Licitador adjudica la licitación a la Pyme.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Ambas partes intercambian mensajes dentro de la plataforma.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el Licitador y la Pyme de esa licitación pueden acceder a la conversación.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Edición de perfil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edición de los datos personales del perfil para Licitadores y Pymes.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usuario actualiza sus datos y su perfil muestra la información nueva.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campos obligatorios vacíos o inválidos se rechazan con un aviso.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RUT y el correo de acceso son de solo lectura.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del Proyecto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Release v1.0.0 (20/11/2026)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final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Preparación de defensa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LicitaWatch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